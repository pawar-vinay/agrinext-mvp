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nrope" panose="020B0604020202020204" charset="0"/>
      <p:regular r:id="rId17"/>
      <p:bold r:id="rId18"/>
    </p:embeddedFont>
    <p:embeddedFont>
      <p:font typeface="Manrope SemiBold" panose="020B0604020202020204" charset="0"/>
      <p:regular r:id="rId19"/>
      <p:bold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Savio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Ferrao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AgriNext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VinayKumar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Pawar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On-screen Show (16:9)</PresentationFormat>
  <Paragraphs>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Manrope SemiBold</vt:lpstr>
      <vt:lpstr>Manrope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SAVIO FERRAO</cp:lastModifiedBy>
  <cp:revision>1</cp:revision>
  <dcterms:modified xsi:type="dcterms:W3CDTF">2026-03-03T06:19:30Z</dcterms:modified>
</cp:coreProperties>
</file>